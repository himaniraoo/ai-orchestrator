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High-Volume NSCLC Oncologists in CA &amp; 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2F4F7"/>
                </a:solidFill>
              </a:rPr>
              <a:t>This report identifies high-volume NSCLC oncologists practicing in California and New York.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E8"/>
                </a:solidFill>
              </a:rPr>
              <a:t>ICD-10 Scope: C341 (Upper lobe NSCLC), C342 (Middle lobe NSCLC)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Powered by DocNexus  |  May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Physician Population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00A8E8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</a:rPr>
              <a:t>Physicians Matched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E8"/>
                </a:solidFill>
              </a:rPr>
              <a:t>Top Specialties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37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Medical Oncology  —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E8"/>
                </a:solidFill>
              </a:rPr>
              <a:t>Top States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737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CA  —  2 physicians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240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NY  —  2 physicians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E8"/>
                </a:solidFill>
              </a:rPr>
              <a:t>Volume Tier Breakdown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Very High: 4     High: 0     Low: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" cy="137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All 4 identified physicians are classified as 'very high' volume for NSCLC claims.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37160" cy="137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The physician population is evenly distributed between the specified states, with 2 physicians in California and 2 in New York.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137160" cy="137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The total NSCLC claims for these physicians range from 90 (Dr. Nguyen) to 135 (Dr. Singh).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137160" cy="137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7763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C341 (Upper lobe NSCLC) claims consistently outnumber C342 (Middle lobe NSCLC) claims for all listed physicians, with a notable high of 95 C341 claims for Dr. Singh.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Top 10 Physicians by NSCLC Claim Volume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98755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640080"/>
                <a:gridCol w="3200400"/>
                <a:gridCol w="914400"/>
                <a:gridCol w="914400"/>
              </a:tblGrid>
              <a:tr h="1060704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Specialty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St.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Affiliation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Claims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Tier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David Singh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Medical Oncology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NY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Memorial Sloan Kettering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135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Linda Chen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Medical Oncology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NewYork-Presbyterian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Aisha Patel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Medical Oncology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CA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UCSF Medical Center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99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James Nguyen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Medical Oncology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Cedars-Sinai Medical 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