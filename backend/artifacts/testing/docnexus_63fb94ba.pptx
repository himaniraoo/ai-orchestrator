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Top CA Oncologists Treating NSCLC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4F7"/>
                </a:solidFill>
              </a:rPr>
              <a:t>Summarizing top oncologists in California treating NSCLC.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</a:rPr>
              <a:t>ICD-10 Scope: C341 (Upper lobe NSCLC), C342 (Middle lobe NSCLC)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Powered by DocNexus  |  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Physician Population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A8E8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Physicians 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Specialties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Medical Oncology  —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  —  2 physicians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Volume Tier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Very High: 2     High: 0     Low: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 2 identified physicians are classified as 'very high' volume tier for NSCLC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Both physicians practice in California and specialize in Medical Oncology.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Dr. Aisha Patel recorded the highest volume with 99 total NSCLC claims within this cohort.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Dr. James Nguyen has 18 claims for C342 (Middle lobe NSCLC), representing 20% of his total 90 NSCLC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10 Physicians by NSCLC Claim Volume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9875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640080"/>
                <a:gridCol w="3200400"/>
                <a:gridCol w="914400"/>
                <a:gridCol w="914400"/>
              </a:tblGrid>
              <a:tr h="1767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Specialty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St.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Affiliation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Claims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Aisha Patel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UCSF Medical Center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James Nguyen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Cedars-Sinai Medical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