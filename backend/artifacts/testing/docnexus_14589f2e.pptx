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Top Oncologists in California Treating NSCLC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4F7"/>
                </a:solidFill>
              </a:rPr>
              <a:t>This report summarizes top oncologists in California treating Non-Small Cell Lung Cancer based on claims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</a:rPr>
              <a:t>ICD-10 Scope: C341 (Upper lobe NSCLC), C342 (Middle lobe NSCLC)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Powered by DocNexus  |  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Physician Population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A8E8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Physicians 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Specialties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Medical Oncology  —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  —  2 physicians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Volume Tier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Very High: 2     High: 0     Low: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 2 identified physicians are classified as 'very high' volume for NSCLC claims, demonstrating significant engagement.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The two top physicians collectively account for 189 total NSCLC claims (Patel: 99, Nguyen: 90).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Both physicians show a higher claim volume for Upper Lobe NSCLC (C341) compared to Middle Lobe NSCLC (C342), with 87 claims for C341 from Dr. Patel and 72 claims from Dr. Nguyen.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The identified top physicians are located in key urban centers of California: San Francisco and Los Angeles.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10 Physicians by NSCLC Claim Volume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9875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640080"/>
                <a:gridCol w="3200400"/>
                <a:gridCol w="914400"/>
                <a:gridCol w="914400"/>
              </a:tblGrid>
              <a:tr h="1767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Specialty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St.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Affiliation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Claims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Aisha Patel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UCSF Medical Center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James Nguyen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Cedars-Sinai Medical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